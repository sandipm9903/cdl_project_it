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9" r:id="rId1"/>
  </p:sldMasterIdLst>
  <p:notesMasterIdLst>
    <p:notesMasterId r:id="rId5"/>
  </p:notesMasterIdLst>
  <p:sldIdLst>
    <p:sldId id="256" r:id="rId2"/>
    <p:sldId id="307" r:id="rId3"/>
    <p:sldId id="306" r:id="rId4"/>
  </p:sldIdLst>
  <p:sldSz cx="9144000" cy="5143500" type="screen16x9"/>
  <p:notesSz cx="6858000" cy="9144000"/>
  <p:embeddedFontLst>
    <p:embeddedFont>
      <p:font typeface="AvantGarde Bk BT" panose="020B0402020202020204" pitchFamily="34" charset="0"/>
      <p:regular r:id="rId6"/>
      <p:bold r:id="rId7"/>
      <p:boldItalic r:id="rId8"/>
    </p:embeddedFont>
    <p:embeddedFont>
      <p:font typeface="AvantGarde Md BT" panose="020B0602020202020204"/>
      <p:regular r:id="rId9"/>
      <p: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2881"/>
    <a:srgbClr val="65D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3678" autoAdjust="0"/>
  </p:normalViewPr>
  <p:slideViewPr>
    <p:cSldViewPr>
      <p:cViewPr varScale="1">
        <p:scale>
          <a:sx n="133" d="100"/>
          <a:sy n="133" d="100"/>
        </p:scale>
        <p:origin x="90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F94A3-5D57-495B-A410-07114BBE5026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F14D7-1642-4993-9CA8-7357F2BCC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2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B0B00-7E6B-B592-BDB3-DE87A5C1729E}"/>
              </a:ext>
            </a:extLst>
          </p:cNvPr>
          <p:cNvSpPr txBox="1"/>
          <p:nvPr userDrawn="1"/>
        </p:nvSpPr>
        <p:spPr>
          <a:xfrm>
            <a:off x="2286000" y="224991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1800" dirty="0">
                <a:solidFill>
                  <a:schemeClr val="bg1"/>
                </a:solidFill>
                <a:latin typeface="AvantGarde Md BT" pitchFamily="34" charset="0"/>
                <a:ea typeface="+mj-ea"/>
                <a:cs typeface="+mj-cs"/>
              </a:rPr>
              <a:t>Copyright © 2024 CMS Computers Limited. All Rights Reserved.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antGarde Md BT" pitchFamily="34" charset="0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DEBA09-7F67-13C0-E1DA-06A35BB6AD3C}"/>
              </a:ext>
            </a:extLst>
          </p:cNvPr>
          <p:cNvSpPr txBox="1">
            <a:spLocks/>
          </p:cNvSpPr>
          <p:nvPr userDrawn="1"/>
        </p:nvSpPr>
        <p:spPr>
          <a:xfrm>
            <a:off x="107504" y="4876006"/>
            <a:ext cx="3456384" cy="144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Copyright © 2025 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+mj-lt"/>
              </a:rPr>
              <a:t>CMS Computers India Private Ltd</a:t>
            </a: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All Rights Reserved.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568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9863-026B-4933-FED6-A43A06F2AF92}"/>
              </a:ext>
            </a:extLst>
          </p:cNvPr>
          <p:cNvSpPr txBox="1">
            <a:spLocks/>
          </p:cNvSpPr>
          <p:nvPr userDrawn="1"/>
        </p:nvSpPr>
        <p:spPr>
          <a:xfrm>
            <a:off x="107504" y="4876006"/>
            <a:ext cx="3456384" cy="144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Copyright © 2025 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+mj-lt"/>
              </a:rPr>
              <a:t>CMS Computers India Private Ltd</a:t>
            </a: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All Rights Reserved.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480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896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8" r:id="rId2"/>
    <p:sldLayoutId id="214748367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13E288-1242-2F43-9DB4-34F999342119}"/>
              </a:ext>
            </a:extLst>
          </p:cNvPr>
          <p:cNvSpPr txBox="1">
            <a:spLocks/>
          </p:cNvSpPr>
          <p:nvPr/>
        </p:nvSpPr>
        <p:spPr>
          <a:xfrm>
            <a:off x="3347864" y="4155926"/>
            <a:ext cx="558356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0" i="0" dirty="0">
                <a:solidFill>
                  <a:schemeClr val="bg1"/>
                </a:solidFill>
                <a:effectLst/>
                <a:latin typeface="AvantGarde Bk BT" panose="020B0402020202020204" pitchFamily="34" charset="0"/>
              </a:rPr>
              <a:t>CMS Computers India Private Ltd.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aseline="0" dirty="0">
                <a:solidFill>
                  <a:schemeClr val="bg1"/>
                </a:solidFill>
                <a:latin typeface="AvantGarde Md BT" pitchFamily="34" charset="0"/>
                <a:ea typeface="+mj-ea"/>
                <a:cs typeface="+mj-cs"/>
              </a:rPr>
              <a:t>Company Profile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antGarde Md BT" pitchFamily="34" charset="0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5D638F-46E2-2043-ED04-5575F1C5969B}"/>
              </a:ext>
            </a:extLst>
          </p:cNvPr>
          <p:cNvSpPr txBox="1">
            <a:spLocks/>
          </p:cNvSpPr>
          <p:nvPr/>
        </p:nvSpPr>
        <p:spPr>
          <a:xfrm>
            <a:off x="107504" y="4876006"/>
            <a:ext cx="3456384" cy="144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Copyright © 2025 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+mj-lt"/>
              </a:rPr>
              <a:t>CMS Computers India Private Ltd</a:t>
            </a:r>
            <a:r>
              <a:rPr lang="en-US" sz="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All Rights Reserved.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59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3203848" y="2285998"/>
            <a:ext cx="2411760" cy="57150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hangingPunct="0">
              <a:lnSpc>
                <a:spcPct val="90000"/>
              </a:lnSpc>
            </a:pPr>
            <a:r>
              <a:rPr lang="en-IN" altLang="en-US" sz="1800">
                <a:latin typeface="AvantGarde Md BT" pitchFamily="34" charset="0"/>
              </a:rPr>
              <a:t>Thank You!</a:t>
            </a:r>
            <a:endParaRPr lang="en-US" altLang="en-US" sz="1800" dirty="0">
              <a:latin typeface="AvantGarde Md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760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465218A-20C4-4334-8466-375BB83E3A33}" vid="{15516B31-B7FD-4B13-B1B6-4E0F0FB90C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9071325C75DF429B37340353CB5F11" ma:contentTypeVersion="12" ma:contentTypeDescription="Create a new document." ma:contentTypeScope="" ma:versionID="990386a8aa48b6982ced7e7997e78a0d">
  <xsd:schema xmlns:xsd="http://www.w3.org/2001/XMLSchema" xmlns:xs="http://www.w3.org/2001/XMLSchema" xmlns:p="http://schemas.microsoft.com/office/2006/metadata/properties" xmlns:ns2="83fe0efe-7f54-4050-8206-fa5d8f0a9733" xmlns:ns3="a63b7157-4dd8-47d3-8539-9c09a4d5ba0c" targetNamespace="http://schemas.microsoft.com/office/2006/metadata/properties" ma:root="true" ma:fieldsID="2504728fdaa7b0a51d4d9a07f7175d25" ns2:_="" ns3:_="">
    <xsd:import namespace="83fe0efe-7f54-4050-8206-fa5d8f0a9733"/>
    <xsd:import namespace="a63b7157-4dd8-47d3-8539-9c09a4d5ba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e0efe-7f54-4050-8206-fa5d8f0a97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8e26fcb-adce-4ac7-ba69-fdbd89096c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b7157-4dd8-47d3-8539-9c09a4d5ba0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51b855d-ae50-4698-befe-947b60cbbea9}" ma:internalName="TaxCatchAll" ma:showField="CatchAllData" ma:web="a63b7157-4dd8-47d3-8539-9c09a4d5ba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fe0efe-7f54-4050-8206-fa5d8f0a9733">
      <Terms xmlns="http://schemas.microsoft.com/office/infopath/2007/PartnerControls"/>
    </lcf76f155ced4ddcb4097134ff3c332f>
    <TaxCatchAll xmlns="a63b7157-4dd8-47d3-8539-9c09a4d5ba0c" xsi:nil="true"/>
  </documentManagement>
</p:properties>
</file>

<file path=customXml/itemProps1.xml><?xml version="1.0" encoding="utf-8"?>
<ds:datastoreItem xmlns:ds="http://schemas.openxmlformats.org/officeDocument/2006/customXml" ds:itemID="{4B001922-B63B-4DF6-9D65-7FCE313E86FB}"/>
</file>

<file path=customXml/itemProps2.xml><?xml version="1.0" encoding="utf-8"?>
<ds:datastoreItem xmlns:ds="http://schemas.openxmlformats.org/officeDocument/2006/customXml" ds:itemID="{2E270F20-1FCA-4D44-B5C4-1C0CD0AC0E8F}"/>
</file>

<file path=customXml/itemProps3.xml><?xml version="1.0" encoding="utf-8"?>
<ds:datastoreItem xmlns:ds="http://schemas.openxmlformats.org/officeDocument/2006/customXml" ds:itemID="{AEF8A08E-E8F0-4427-9352-72A8C64CA639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1981</TotalTime>
  <Words>24</Words>
  <Application>Microsoft Office PowerPoint</Application>
  <PresentationFormat>On-screen Show (16:9)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AvantGarde Md BT</vt:lpstr>
      <vt:lpstr>AvantGarde Bk BT</vt:lpstr>
      <vt:lpstr>Arial</vt:lpstr>
      <vt:lpstr>Calibri</vt:lpstr>
      <vt:lpstr>Theme1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Suhas</cp:lastModifiedBy>
  <cp:revision>184</cp:revision>
  <dcterms:created xsi:type="dcterms:W3CDTF">2016-05-10T05:32:19Z</dcterms:created>
  <dcterms:modified xsi:type="dcterms:W3CDTF">2025-02-04T11:50:29Z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2024-02-08T05:07:41Z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dc72b70c-dcd0-402b-bd77-b1b1a09adf15</vt:lpwstr>
  </property>
  <property fmtid="{D5CDD505-2E9C-101B-9397-08002B2CF9AE}" pid="7" name="MSIP_Label_defa4170-0d19-0005-0004-bc88714345d2_ActionId">
    <vt:lpwstr>d60c3a76-ac7e-428d-a2d4-22910af68835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0x010100549071325C75DF429B37340353CB5F11</vt:lpwstr>
  </property>
</Properties>
</file>